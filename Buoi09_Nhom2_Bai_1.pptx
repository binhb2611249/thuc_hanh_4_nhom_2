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4953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10595"/>
            <a:ext cx="6858000" cy="1724378"/>
          </a:xfrm>
        </p:spPr>
        <p:txBody>
          <a:bodyPr anchor="b"/>
          <a:lstStyle>
            <a:lvl1pPr algn="ctr">
              <a:defRPr sz="433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1472"/>
            <a:ext cx="6858000" cy="1195828"/>
          </a:xfrm>
        </p:spPr>
        <p:txBody>
          <a:bodyPr/>
          <a:lstStyle>
            <a:lvl1pPr marL="0" indent="0" algn="ctr">
              <a:buNone/>
              <a:defRPr sz="1733"/>
            </a:lvl1pPr>
            <a:lvl2pPr marL="330190" indent="0" algn="ctr">
              <a:buNone/>
              <a:defRPr sz="1444"/>
            </a:lvl2pPr>
            <a:lvl3pPr marL="660380" indent="0" algn="ctr">
              <a:buNone/>
              <a:defRPr sz="1300"/>
            </a:lvl3pPr>
            <a:lvl4pPr marL="990570" indent="0" algn="ctr">
              <a:buNone/>
              <a:defRPr sz="1156"/>
            </a:lvl4pPr>
            <a:lvl5pPr marL="1320759" indent="0" algn="ctr">
              <a:buNone/>
              <a:defRPr sz="1156"/>
            </a:lvl5pPr>
            <a:lvl6pPr marL="1650949" indent="0" algn="ctr">
              <a:buNone/>
              <a:defRPr sz="1156"/>
            </a:lvl6pPr>
            <a:lvl7pPr marL="1981139" indent="0" algn="ctr">
              <a:buNone/>
              <a:defRPr sz="1156"/>
            </a:lvl7pPr>
            <a:lvl8pPr marL="2311329" indent="0" algn="ctr">
              <a:buNone/>
              <a:defRPr sz="1156"/>
            </a:lvl8pPr>
            <a:lvl9pPr marL="2641519" indent="0" algn="ctr">
              <a:buNone/>
              <a:defRPr sz="1156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6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34811"/>
            <a:ext cx="7886700" cy="206031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314613"/>
            <a:ext cx="7886700" cy="1083468"/>
          </a:xfrm>
        </p:spPr>
        <p:txBody>
          <a:bodyPr/>
          <a:lstStyle>
            <a:lvl1pPr marL="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1pPr>
            <a:lvl2pPr marL="330190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2pPr>
            <a:lvl3pPr marL="6603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570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4pPr>
            <a:lvl5pPr marL="132075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5pPr>
            <a:lvl6pPr marL="165094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6pPr>
            <a:lvl7pPr marL="198113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7pPr>
            <a:lvl8pPr marL="231132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8pPr>
            <a:lvl9pPr marL="264151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3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18507"/>
            <a:ext cx="3886200" cy="314263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18507"/>
            <a:ext cx="3886200" cy="314263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3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63702"/>
            <a:ext cx="7886700" cy="9573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14173"/>
            <a:ext cx="3868340" cy="595048"/>
          </a:xfrm>
        </p:spPr>
        <p:txBody>
          <a:bodyPr anchor="b"/>
          <a:lstStyle>
            <a:lvl1pPr marL="0" indent="0">
              <a:buNone/>
              <a:defRPr sz="1733" b="1"/>
            </a:lvl1pPr>
            <a:lvl2pPr marL="330190" indent="0">
              <a:buNone/>
              <a:defRPr sz="1444" b="1"/>
            </a:lvl2pPr>
            <a:lvl3pPr marL="660380" indent="0">
              <a:buNone/>
              <a:defRPr sz="1300" b="1"/>
            </a:lvl3pPr>
            <a:lvl4pPr marL="990570" indent="0">
              <a:buNone/>
              <a:defRPr sz="1156" b="1"/>
            </a:lvl4pPr>
            <a:lvl5pPr marL="1320759" indent="0">
              <a:buNone/>
              <a:defRPr sz="1156" b="1"/>
            </a:lvl5pPr>
            <a:lvl6pPr marL="1650949" indent="0">
              <a:buNone/>
              <a:defRPr sz="1156" b="1"/>
            </a:lvl6pPr>
            <a:lvl7pPr marL="1981139" indent="0">
              <a:buNone/>
              <a:defRPr sz="1156" b="1"/>
            </a:lvl7pPr>
            <a:lvl8pPr marL="2311329" indent="0">
              <a:buNone/>
              <a:defRPr sz="1156" b="1"/>
            </a:lvl8pPr>
            <a:lvl9pPr marL="2641519" indent="0">
              <a:buNone/>
              <a:defRPr sz="115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09221"/>
            <a:ext cx="3868340" cy="26610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14173"/>
            <a:ext cx="3887391" cy="595048"/>
          </a:xfrm>
        </p:spPr>
        <p:txBody>
          <a:bodyPr anchor="b"/>
          <a:lstStyle>
            <a:lvl1pPr marL="0" indent="0">
              <a:buNone/>
              <a:defRPr sz="1733" b="1"/>
            </a:lvl1pPr>
            <a:lvl2pPr marL="330190" indent="0">
              <a:buNone/>
              <a:defRPr sz="1444" b="1"/>
            </a:lvl2pPr>
            <a:lvl3pPr marL="660380" indent="0">
              <a:buNone/>
              <a:defRPr sz="1300" b="1"/>
            </a:lvl3pPr>
            <a:lvl4pPr marL="990570" indent="0">
              <a:buNone/>
              <a:defRPr sz="1156" b="1"/>
            </a:lvl4pPr>
            <a:lvl5pPr marL="1320759" indent="0">
              <a:buNone/>
              <a:defRPr sz="1156" b="1"/>
            </a:lvl5pPr>
            <a:lvl6pPr marL="1650949" indent="0">
              <a:buNone/>
              <a:defRPr sz="1156" b="1"/>
            </a:lvl6pPr>
            <a:lvl7pPr marL="1981139" indent="0">
              <a:buNone/>
              <a:defRPr sz="1156" b="1"/>
            </a:lvl7pPr>
            <a:lvl8pPr marL="2311329" indent="0">
              <a:buNone/>
              <a:defRPr sz="1156" b="1"/>
            </a:lvl8pPr>
            <a:lvl9pPr marL="2641519" indent="0">
              <a:buNone/>
              <a:defRPr sz="115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09221"/>
            <a:ext cx="3887391" cy="26610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5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5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9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30200"/>
            <a:ext cx="2949178" cy="1155700"/>
          </a:xfrm>
        </p:spPr>
        <p:txBody>
          <a:bodyPr anchor="b"/>
          <a:lstStyle>
            <a:lvl1pPr>
              <a:defRPr sz="231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13141"/>
            <a:ext cx="4629150" cy="3519840"/>
          </a:xfrm>
        </p:spPr>
        <p:txBody>
          <a:bodyPr/>
          <a:lstStyle>
            <a:lvl1pPr>
              <a:defRPr sz="2311"/>
            </a:lvl1pPr>
            <a:lvl2pPr>
              <a:defRPr sz="2022"/>
            </a:lvl2pPr>
            <a:lvl3pPr>
              <a:defRPr sz="1733"/>
            </a:lvl3pPr>
            <a:lvl4pPr>
              <a:defRPr sz="1444"/>
            </a:lvl4pPr>
            <a:lvl5pPr>
              <a:defRPr sz="1444"/>
            </a:lvl5pPr>
            <a:lvl6pPr>
              <a:defRPr sz="1444"/>
            </a:lvl6pPr>
            <a:lvl7pPr>
              <a:defRPr sz="1444"/>
            </a:lvl7pPr>
            <a:lvl8pPr>
              <a:defRPr sz="1444"/>
            </a:lvl8pPr>
            <a:lvl9pPr>
              <a:defRPr sz="1444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485900"/>
            <a:ext cx="2949178" cy="2752814"/>
          </a:xfrm>
        </p:spPr>
        <p:txBody>
          <a:bodyPr/>
          <a:lstStyle>
            <a:lvl1pPr marL="0" indent="0">
              <a:buNone/>
              <a:defRPr sz="1156"/>
            </a:lvl1pPr>
            <a:lvl2pPr marL="330190" indent="0">
              <a:buNone/>
              <a:defRPr sz="1011"/>
            </a:lvl2pPr>
            <a:lvl3pPr marL="660380" indent="0">
              <a:buNone/>
              <a:defRPr sz="867"/>
            </a:lvl3pPr>
            <a:lvl4pPr marL="990570" indent="0">
              <a:buNone/>
              <a:defRPr sz="722"/>
            </a:lvl4pPr>
            <a:lvl5pPr marL="1320759" indent="0">
              <a:buNone/>
              <a:defRPr sz="722"/>
            </a:lvl5pPr>
            <a:lvl6pPr marL="1650949" indent="0">
              <a:buNone/>
              <a:defRPr sz="722"/>
            </a:lvl6pPr>
            <a:lvl7pPr marL="1981139" indent="0">
              <a:buNone/>
              <a:defRPr sz="722"/>
            </a:lvl7pPr>
            <a:lvl8pPr marL="2311329" indent="0">
              <a:buNone/>
              <a:defRPr sz="722"/>
            </a:lvl8pPr>
            <a:lvl9pPr marL="2641519" indent="0">
              <a:buNone/>
              <a:defRPr sz="72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2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30200"/>
            <a:ext cx="2949178" cy="1155700"/>
          </a:xfrm>
        </p:spPr>
        <p:txBody>
          <a:bodyPr anchor="b"/>
          <a:lstStyle>
            <a:lvl1pPr>
              <a:defRPr sz="231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13141"/>
            <a:ext cx="4629150" cy="3519840"/>
          </a:xfrm>
        </p:spPr>
        <p:txBody>
          <a:bodyPr/>
          <a:lstStyle>
            <a:lvl1pPr marL="0" indent="0">
              <a:buNone/>
              <a:defRPr sz="2311"/>
            </a:lvl1pPr>
            <a:lvl2pPr marL="330190" indent="0">
              <a:buNone/>
              <a:defRPr sz="2022"/>
            </a:lvl2pPr>
            <a:lvl3pPr marL="660380" indent="0">
              <a:buNone/>
              <a:defRPr sz="1733"/>
            </a:lvl3pPr>
            <a:lvl4pPr marL="990570" indent="0">
              <a:buNone/>
              <a:defRPr sz="1444"/>
            </a:lvl4pPr>
            <a:lvl5pPr marL="1320759" indent="0">
              <a:buNone/>
              <a:defRPr sz="1444"/>
            </a:lvl5pPr>
            <a:lvl6pPr marL="1650949" indent="0">
              <a:buNone/>
              <a:defRPr sz="1444"/>
            </a:lvl6pPr>
            <a:lvl7pPr marL="1981139" indent="0">
              <a:buNone/>
              <a:defRPr sz="1444"/>
            </a:lvl7pPr>
            <a:lvl8pPr marL="2311329" indent="0">
              <a:buNone/>
              <a:defRPr sz="1444"/>
            </a:lvl8pPr>
            <a:lvl9pPr marL="2641519" indent="0">
              <a:buNone/>
              <a:defRPr sz="14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485900"/>
            <a:ext cx="2949178" cy="2752814"/>
          </a:xfrm>
        </p:spPr>
        <p:txBody>
          <a:bodyPr/>
          <a:lstStyle>
            <a:lvl1pPr marL="0" indent="0">
              <a:buNone/>
              <a:defRPr sz="1156"/>
            </a:lvl1pPr>
            <a:lvl2pPr marL="330190" indent="0">
              <a:buNone/>
              <a:defRPr sz="1011"/>
            </a:lvl2pPr>
            <a:lvl3pPr marL="660380" indent="0">
              <a:buNone/>
              <a:defRPr sz="867"/>
            </a:lvl3pPr>
            <a:lvl4pPr marL="990570" indent="0">
              <a:buNone/>
              <a:defRPr sz="722"/>
            </a:lvl4pPr>
            <a:lvl5pPr marL="1320759" indent="0">
              <a:buNone/>
              <a:defRPr sz="722"/>
            </a:lvl5pPr>
            <a:lvl6pPr marL="1650949" indent="0">
              <a:buNone/>
              <a:defRPr sz="722"/>
            </a:lvl6pPr>
            <a:lvl7pPr marL="1981139" indent="0">
              <a:buNone/>
              <a:defRPr sz="722"/>
            </a:lvl7pPr>
            <a:lvl8pPr marL="2311329" indent="0">
              <a:buNone/>
              <a:defRPr sz="722"/>
            </a:lvl8pPr>
            <a:lvl9pPr marL="2641519" indent="0">
              <a:buNone/>
              <a:defRPr sz="72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5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7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63701"/>
            <a:ext cx="1971675" cy="41974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63701"/>
            <a:ext cx="5800725" cy="41974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65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96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63702"/>
            <a:ext cx="7886700" cy="957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8507"/>
            <a:ext cx="7886700" cy="314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590698"/>
            <a:ext cx="20574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2256F-C2CF-4865-B4DF-DB761F9328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590698"/>
            <a:ext cx="30861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590698"/>
            <a:ext cx="20574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76FCC-64FD-4B99-85A6-E0713A87D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xStyles>
    <p:titleStyle>
      <a:lvl1pPr algn="l" defTabSz="660380" rtl="0" eaLnBrk="1" latinLnBrk="0" hangingPunct="1">
        <a:lnSpc>
          <a:spcPct val="90000"/>
        </a:lnSpc>
        <a:spcBef>
          <a:spcPct val="0"/>
        </a:spcBef>
        <a:buNone/>
        <a:defRPr sz="31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5095" indent="-165095" algn="l" defTabSz="660380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2pPr>
      <a:lvl3pPr marL="825475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444" kern="1200">
          <a:solidFill>
            <a:schemeClr val="tx1"/>
          </a:solidFill>
          <a:latin typeface="+mn-lt"/>
          <a:ea typeface="+mn-ea"/>
          <a:cs typeface="+mn-cs"/>
        </a:defRPr>
      </a:lvl3pPr>
      <a:lvl4pPr marL="115566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48585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1604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4623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7642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806614" indent="-165095" algn="l" defTabSz="660380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0190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0380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90570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759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50949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139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11329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41519" algn="l" defTabSz="66038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l="25000" t="7000" r="25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E2E603-0FBF-4767-9F09-C05FA4CF9766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dirty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9C5AD-EAA5-46B3-ADB4-FE22899A8D70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752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225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dirty="0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BỐ CỤC MỘT BÀI THUYẾT </a:t>
            </a:r>
            <a:r>
              <a:rPr sz="3225" b="1" dirty="0" smtClean="0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TRÌ</a:t>
            </a:r>
            <a:r>
              <a:rPr lang="en-US" sz="3225" b="1" dirty="0" smtClean="0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NH</a:t>
            </a:r>
            <a:endParaRPr sz="3225" b="1" dirty="0">
              <a:solidFill>
                <a:srgbClr val="95662E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9B4B4-AD61-4DD7-ABCF-7746050E941D}"/>
              </a:ext>
            </a:extLst>
          </p:cNvPr>
          <p:cNvSpPr>
            <a:spLocks noGrp="1"/>
          </p:cNvSpPr>
          <p:nvPr/>
        </p:nvSpPr>
        <p:spPr>
          <a:xfrm>
            <a:off x="1905000" y="2619375"/>
            <a:ext cx="5334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ThS</a:t>
            </a:r>
            <a:r>
              <a:rPr sz="255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255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Họ</a:t>
            </a:r>
            <a:r>
              <a:rPr sz="255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55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255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55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Tên</a:t>
            </a:r>
            <a:endParaRPr sz="2550" b="1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CFF78-5063-40A2-BD16-A782219078A4}"/>
              </a:ext>
            </a:extLst>
          </p:cNvPr>
          <p:cNvSpPr>
            <a:spLocks noGrp="1"/>
          </p:cNvSpPr>
          <p:nvPr/>
        </p:nvSpPr>
        <p:spPr>
          <a:xfrm>
            <a:off x="3810000" y="4038600"/>
            <a:ext cx="4619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7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Trích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từ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Tủ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sách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Khoa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học</a:t>
            </a:r>
            <a:r>
              <a:rPr sz="1725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VLOS</a:t>
            </a:r>
          </a:p>
        </p:txBody>
      </p:sp>
    </p:spTree>
    <p:extLst>
      <p:ext uri="{BB962C8B-B14F-4D97-AF65-F5344CB8AC3E}">
        <p14:creationId xmlns:p14="http://schemas.microsoft.com/office/powerpoint/2010/main" val="18329464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58B9B2-7807-4BA6-AABB-A9122962AAF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Giới thiệu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29BC4B-C03F-4A7F-BBCE-9E243BA086F8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820BC-3C3B-4CAC-B0AC-B3E4AC899F3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Phần mở đầu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976B8-CB5A-41AF-B551-06652A27F234}"/>
              </a:ext>
            </a:extLst>
          </p:cNvPr>
          <p:cNvSpPr>
            <a:spLocks noGrp="1"/>
          </p:cNvSpPr>
          <p:nvPr/>
        </p:nvSpPr>
        <p:spPr>
          <a:xfrm>
            <a:off x="1000125" y="16954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Cần đạt được mục đích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BF373-27BA-4F9B-A30E-40CA49D6391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Phần chính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3F8F9-2B3F-422F-A3B1-0C76B06ADC1B}"/>
              </a:ext>
            </a:extLst>
          </p:cNvPr>
          <p:cNvSpPr>
            <a:spLocks noGrp="1"/>
          </p:cNvSpPr>
          <p:nvPr/>
        </p:nvSpPr>
        <p:spPr>
          <a:xfrm>
            <a:off x="1000125" y="24955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Đưa ra giải pháp, ý kiến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DC73BE-A90B-4549-9417-DD67F81F5CB2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Phần kết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BE2F9-DE7A-44EE-B3BD-0224EC9A3951}"/>
              </a:ext>
            </a:extLst>
          </p:cNvPr>
          <p:cNvSpPr>
            <a:spLocks noGrp="1"/>
          </p:cNvSpPr>
          <p:nvPr/>
        </p:nvSpPr>
        <p:spPr>
          <a:xfrm>
            <a:off x="1000125" y="32956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Tóm tắt các nội dung đã được trình bày</a:t>
            </a:r>
          </a:p>
        </p:txBody>
      </p:sp>
    </p:spTree>
    <p:extLst>
      <p:ext uri="{BB962C8B-B14F-4D97-AF65-F5344CB8AC3E}">
        <p14:creationId xmlns:p14="http://schemas.microsoft.com/office/powerpoint/2010/main" val="191496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19A662-0569-476D-B1E6-4E250421D78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Phần mở đầu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20017-AAD7-424D-8BAB-291913CB261B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F3CE0-D7A0-4CB1-964D-168A1DAC4A60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Thu hút sự chú ý của người nghe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A8949-0F2B-4E05-893F-51E412137560}"/>
              </a:ext>
            </a:extLst>
          </p:cNvPr>
          <p:cNvSpPr>
            <a:spLocks noGrp="1"/>
          </p:cNvSpPr>
          <p:nvPr/>
        </p:nvSpPr>
        <p:spPr>
          <a:xfrm>
            <a:off x="1000125" y="164782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–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Sử</a:t>
            </a: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dụng</a:t>
            </a: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một</a:t>
            </a: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đoạn</a:t>
            </a: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trích</a:t>
            </a:r>
            <a:r>
              <a:rPr sz="2175" b="0" u="sng" dirty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 </a:t>
            </a:r>
            <a:r>
              <a:rPr sz="2175" b="0" u="sng" dirty="0" err="1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dẫn</a:t>
            </a:r>
            <a:endParaRPr sz="2175" b="0" u="sng" dirty="0">
              <a:solidFill>
                <a:srgbClr val="1681B4"/>
              </a:solidFill>
              <a:latin typeface="Times New Roman"/>
              <a:ea typeface="Times New Roman"/>
              <a:cs typeface="Times New Roman"/>
              <a:hlinkClick r:id="rId4" action="ppaction://hlinksldjump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F61B85-3189-42FC-BB41-187956379D4A}"/>
              </a:ext>
            </a:extLst>
          </p:cNvPr>
          <p:cNvSpPr>
            <a:spLocks noGrp="1"/>
          </p:cNvSpPr>
          <p:nvPr/>
        </p:nvSpPr>
        <p:spPr>
          <a:xfrm>
            <a:off x="1000125" y="20383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Một câu hỏi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B7BE0-D057-4C39-A410-DE599B4566C9}"/>
              </a:ext>
            </a:extLst>
          </p:cNvPr>
          <p:cNvSpPr>
            <a:spLocks noGrp="1"/>
          </p:cNvSpPr>
          <p:nvPr/>
        </p:nvSpPr>
        <p:spPr>
          <a:xfrm>
            <a:off x="1000125" y="239077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Một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lời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hứa</a:t>
            </a:r>
            <a:endParaRPr sz="2175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B4E1C-19D6-4012-AF1B-DF930D1FC6D4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Thậm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chí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làm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mọi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phải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hoạt</a:t>
            </a:r>
            <a:r>
              <a:rPr sz="217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động</a:t>
            </a:r>
            <a:endParaRPr sz="2175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674E26-A30F-470B-99EF-43E765AA13B6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Tóm lược các nội dung liên quan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736DC-7571-40B9-8BA4-6C79524A1512}"/>
              </a:ext>
            </a:extLst>
          </p:cNvPr>
          <p:cNvSpPr>
            <a:spLocks noGrp="1"/>
          </p:cNvSpPr>
          <p:nvPr/>
        </p:nvSpPr>
        <p:spPr>
          <a:xfrm>
            <a:off x="1000125" y="359092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Đã được trình bày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3339D-22D1-40B0-8424-1D9912E3C568}"/>
              </a:ext>
            </a:extLst>
          </p:cNvPr>
          <p:cNvSpPr>
            <a:spLocks noGrp="1"/>
          </p:cNvSpPr>
          <p:nvPr/>
        </p:nvSpPr>
        <p:spPr>
          <a:xfrm>
            <a:off x="1000125" y="39433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Được đa số người nghe biết rõ</a:t>
            </a:r>
          </a:p>
        </p:txBody>
      </p:sp>
    </p:spTree>
    <p:extLst>
      <p:ext uri="{BB962C8B-B14F-4D97-AF65-F5344CB8AC3E}">
        <p14:creationId xmlns:p14="http://schemas.microsoft.com/office/powerpoint/2010/main" val="46379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77F0BD-C666-40A0-B449-DF4E094C4EB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Phần chính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6EC-D8C0-4BE5-8C80-317CAF8D618F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22C1D-D1DE-4100-9F4D-AE7993E2165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Phần chính với các nội dung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03EBD-80AE-414D-8562-8278218FA107}"/>
              </a:ext>
            </a:extLst>
          </p:cNvPr>
          <p:cNvSpPr>
            <a:spLocks noGrp="1"/>
          </p:cNvSpPr>
          <p:nvPr/>
        </p:nvSpPr>
        <p:spPr>
          <a:xfrm>
            <a:off x="1000125" y="178117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Vấn đề cần giải quyết, yêu cầu công việc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950B1D-2478-4A73-A4E7-31BF49C2523D}"/>
              </a:ext>
            </a:extLst>
          </p:cNvPr>
          <p:cNvSpPr>
            <a:spLocks noGrp="1"/>
          </p:cNvSpPr>
          <p:nvPr/>
        </p:nvSpPr>
        <p:spPr>
          <a:xfrm>
            <a:off x="1000125" y="21907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Ý tưởng và giải pháp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EC48C3-949F-451F-8BA2-4587B3F7F939}"/>
              </a:ext>
            </a:extLst>
          </p:cNvPr>
          <p:cNvSpPr>
            <a:spLocks noGrp="1"/>
          </p:cNvSpPr>
          <p:nvPr/>
        </p:nvSpPr>
        <p:spPr>
          <a:xfrm>
            <a:off x="1000125" y="260032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681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u="sng">
                <a:solidFill>
                  <a:srgbClr val="1681B4"/>
                </a:solidFill>
                <a:latin typeface="Times New Roman"/>
                <a:ea typeface="Times New Roman"/>
                <a:cs typeface="Times New Roman"/>
                <a:hlinkClick r:id="rId4" action="ppaction://hlinksldjump"/>
              </a:rPr>
              <a:t>– Cung cấp ví dụ để chứng minh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CDFF0B-6134-4A7B-80DB-4B8DA43D78D3}"/>
              </a:ext>
            </a:extLst>
          </p:cNvPr>
          <p:cNvSpPr>
            <a:spLocks noGrp="1"/>
          </p:cNvSpPr>
          <p:nvPr/>
        </p:nvSpPr>
        <p:spPr>
          <a:xfrm>
            <a:off x="1000125" y="300990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Lợi ích khi áp dụng giải pháp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801A2-2F96-4525-B6D5-799464ABDBC1}"/>
              </a:ext>
            </a:extLst>
          </p:cNvPr>
          <p:cNvSpPr>
            <a:spLocks noGrp="1"/>
          </p:cNvSpPr>
          <p:nvPr/>
        </p:nvSpPr>
        <p:spPr>
          <a:xfrm>
            <a:off x="1000125" y="341947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Chương trình hành động/các việc làm cụ thể</a:t>
            </a:r>
          </a:p>
        </p:txBody>
      </p:sp>
    </p:spTree>
    <p:extLst>
      <p:ext uri="{BB962C8B-B14F-4D97-AF65-F5344CB8AC3E}">
        <p14:creationId xmlns:p14="http://schemas.microsoft.com/office/powerpoint/2010/main" val="1802597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887A57-51DA-41F2-879E-0FE9A68B316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Phần kết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FF2860-D980-4844-97EB-85866C019DA1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61205-FF00-45F7-95DE-AADB403797A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Tóm tắt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3168C-7FE4-4391-918D-37B14FEDE7BA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Kết luận cuối cùng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4CFA9-04FB-4F8D-948A-8069C2FAD377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77628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 Liệu còn điều gì bạn muốn người nghe ghi nhớ?</a:t>
            </a:r>
          </a:p>
        </p:txBody>
      </p:sp>
    </p:spTree>
    <p:extLst>
      <p:ext uri="{BB962C8B-B14F-4D97-AF65-F5344CB8AC3E}">
        <p14:creationId xmlns:p14="http://schemas.microsoft.com/office/powerpoint/2010/main" val="934905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C6823C-36E2-4342-8EC5-89AE689C9ECC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E8F7C-81EA-4477-A876-2071BF4C39E3}"/>
              </a:ext>
            </a:extLst>
          </p:cNvPr>
          <p:cNvSpPr>
            <a:spLocks noGrp="1"/>
          </p:cNvSpPr>
          <p:nvPr/>
        </p:nvSpPr>
        <p:spPr>
          <a:xfrm>
            <a:off x="904875" y="2076450"/>
            <a:ext cx="7334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Cảm ơn sự chú ý của quý vị</a:t>
            </a:r>
          </a:p>
        </p:txBody>
      </p:sp>
    </p:spTree>
    <p:extLst>
      <p:ext uri="{BB962C8B-B14F-4D97-AF65-F5344CB8AC3E}">
        <p14:creationId xmlns:p14="http://schemas.microsoft.com/office/powerpoint/2010/main" val="12673091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E4ED91-FB3C-4D2C-BCF8-A8A6EFA8267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Ví dụ: sử dụng một đoạn trích dẫn khi giới thiệu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A1EF58-23CF-440A-8F02-B6DC5EB81FFC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D78FB-6211-424B-BAFB-422341133F4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58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Ví dụ: Ta có thể phát biểu trích dẫn lợi ích khi học ngành</a:t>
            </a:r>
          </a:p>
          <a:p>
            <a:pPr algn="l">
              <a:defRPr sz="20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công nghệ thông tin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30FCA-C9F3-4829-83FC-01CCA91D8995}"/>
              </a:ext>
            </a:extLst>
          </p:cNvPr>
          <p:cNvSpPr>
            <a:spLocks noGrp="1"/>
          </p:cNvSpPr>
          <p:nvPr/>
        </p:nvSpPr>
        <p:spPr>
          <a:xfrm>
            <a:off x="981075" y="2047875"/>
            <a:ext cx="7258050" cy="2085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Hàng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năm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công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nghệ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mới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luôn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được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phát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triển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thể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tầm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trọng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của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nó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đối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với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cuộc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sống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Các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doanh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nghiệp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cũng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thay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đổi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theo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hướng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cập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nhật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công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nghệ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thông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tin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yêu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cầu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sự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thay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đổi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về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nhân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sự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giỏi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công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nghệ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Ngành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học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CNTT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được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là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lĩnh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vực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ngày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một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phát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triển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trở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nên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hữu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ích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cho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các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bạn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muốn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xây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dựng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sự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nghiệp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với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ngành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này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Vậy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những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lợi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ích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khi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học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ngành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CNTT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là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25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gì</a:t>
            </a:r>
            <a:r>
              <a:rPr sz="2025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?”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CA32E-B245-447B-8A47-115D1F75FCC4}"/>
              </a:ext>
            </a:extLst>
          </p:cNvPr>
          <p:cNvSpPr>
            <a:spLocks noGrp="1"/>
          </p:cNvSpPr>
          <p:nvPr/>
        </p:nvSpPr>
        <p:spPr>
          <a:xfrm>
            <a:off x="4352925" y="4305300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850" b="1">
                <a:solidFill>
                  <a:srgbClr val="176394"/>
                </a:solidFill>
                <a:latin typeface="Times New Roman"/>
                <a:ea typeface="Times New Roman"/>
                <a:cs typeface="Times New Roman"/>
              </a:defRPr>
            </a:pPr>
            <a:endParaRPr sz="2850" b="1" dirty="0">
              <a:solidFill>
                <a:srgbClr val="176394"/>
              </a:solidFill>
              <a:latin typeface="Times New Roman"/>
              <a:ea typeface="Times New Roman"/>
              <a:cs typeface="Times New Roman"/>
              <a:hlinkClick r:id="rId4" action="ppaction://hlinksldjump"/>
            </a:endParaRPr>
          </a:p>
        </p:txBody>
      </p:sp>
      <p:sp>
        <p:nvSpPr>
          <p:cNvPr id="11" name="Action Button: Return 10">
            <a:hlinkClick r:id="rId4" action="ppaction://hlinksldjump" highlightClick="1"/>
          </p:cNvPr>
          <p:cNvSpPr/>
          <p:nvPr/>
        </p:nvSpPr>
        <p:spPr>
          <a:xfrm>
            <a:off x="4229811" y="4305300"/>
            <a:ext cx="893928" cy="326977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372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913B46-DC51-4434-B12A-55C660D6BCF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8001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95662E"/>
                </a:solidFill>
                <a:latin typeface="Times New Roman"/>
                <a:ea typeface="Times New Roman"/>
                <a:cs typeface="Times New Roman"/>
              </a:rPr>
              <a:t>Ví dụ minh chứng một vấn đề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764F22-FA61-4F06-A1D5-5C61A9036E38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C44F0-05B1-4C26-BED4-F5BBDCE1E49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 Bảng thống kê kết quả tuyển sinh 2020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057275" y="1752600"/>
          <a:ext cx="7086600" cy="2590800"/>
        </p:xfrm>
        <a:graphic>
          <a:graphicData uri="http://schemas.openxmlformats.org/drawingml/2006/table">
            <a:tbl>
              <a:tblPr/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1" dirty="0" err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Tên</a:t>
                      </a:r>
                      <a:r>
                        <a:rPr sz="1575" b="1" dirty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575" b="1" dirty="0" err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ngành</a:t>
                      </a:r>
                      <a:r>
                        <a:rPr sz="1575" b="1" dirty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1575" b="1" dirty="0" err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chuyên</a:t>
                      </a:r>
                      <a:r>
                        <a:rPr sz="1575" b="1" dirty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575" b="1" dirty="0" err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ngành</a:t>
                      </a:r>
                      <a:endParaRPr sz="1575" b="1" dirty="0">
                        <a:solidFill>
                          <a:srgbClr val="11111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9525" marB="9525"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lượng tuyển sinh</a:t>
                      </a:r>
                    </a:p>
                  </a:txBody>
                  <a:tcPr marL="57150" marR="57150" marT="9525" marB="9525"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Công nghệ thông tin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272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Công nghệ thông tin - CLC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144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Công nghệ thông tin - HA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Mạng máy tính và truyền thông dữ liệu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149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Kỹ thuật phần mềm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266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Hệ thống thông tin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135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Khoa học máy tính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178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Tin học ứng dụng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57150" marR="57150" marT="9525" marB="95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Tổng</a:t>
                      </a:r>
                    </a:p>
                  </a:txBody>
                  <a:tcPr marL="57150" marR="57150" marT="9525" marB="9525"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1" dirty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1251</a:t>
                      </a:r>
                    </a:p>
                  </a:txBody>
                  <a:tcPr marL="57150" marR="57150" marT="9525" marB="9525"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FFC09B1-B2CE-45C0-B03B-9490A66B0011}"/>
              </a:ext>
            </a:extLst>
          </p:cNvPr>
          <p:cNvSpPr>
            <a:spLocks noGrp="1"/>
          </p:cNvSpPr>
          <p:nvPr/>
        </p:nvSpPr>
        <p:spPr>
          <a:xfrm>
            <a:off x="7791450" y="714375"/>
            <a:ext cx="619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850" b="1">
                <a:solidFill>
                  <a:srgbClr val="176394"/>
                </a:solidFill>
                <a:latin typeface="Times New Roman"/>
                <a:ea typeface="Times New Roman"/>
                <a:cs typeface="Times New Roman"/>
              </a:defRPr>
            </a:pPr>
            <a:endParaRPr sz="2850" b="1" dirty="0">
              <a:solidFill>
                <a:srgbClr val="176394"/>
              </a:solidFill>
              <a:latin typeface="Times New Roman"/>
              <a:ea typeface="Times New Roman"/>
              <a:cs typeface="Times New Roman"/>
              <a:hlinkClick r:id="rId4" action="ppaction://hlinksldjump"/>
            </a:endParaRPr>
          </a:p>
        </p:txBody>
      </p:sp>
      <p:sp>
        <p:nvSpPr>
          <p:cNvPr id="2" name="Action Button: Return 1">
            <a:hlinkClick r:id="rId4" action="ppaction://hlinksldjump" highlightClick="1"/>
          </p:cNvPr>
          <p:cNvSpPr/>
          <p:nvPr/>
        </p:nvSpPr>
        <p:spPr>
          <a:xfrm>
            <a:off x="7446844" y="654808"/>
            <a:ext cx="689212" cy="348018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130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398</Words>
  <Application>Microsoft Office PowerPoint</Application>
  <DocSecurity>0</DocSecurity>
  <PresentationFormat>Custom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HP</cp:lastModifiedBy>
  <cp:revision>6</cp:revision>
  <dcterms:created xsi:type="dcterms:W3CDTF">2026-10-07T16:18:22Z</dcterms:created>
  <dcterms:modified xsi:type="dcterms:W3CDTF">2026-10-08T12:59:33Z</dcterms:modified>
</cp:coreProperties>
</file>