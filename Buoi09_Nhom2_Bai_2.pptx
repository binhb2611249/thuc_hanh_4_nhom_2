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16BEF-D56D-4190-93D2-6FD984EDE925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C0950-A6B3-4428-8EC2-115E600C5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8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BF58C173-1696-4A08-AA67-F2758B6F0088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vi-VN"/>
              <a:t>Giới thiệu Đại học Cần Thơ</a:t>
            </a:r>
            <a:endParaRPr lang="en-US" sz="16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/>
            </a:lvl1pPr>
          </a:lstStyle>
          <a:p>
            <a:fld id="{AD9C8C14-4A05-49D7-B55B-D7B9979D80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4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043ED3D3-D0F2-4EC0-B4CD-1682D998364B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66F09D01-52A5-442E-9D1D-7BAB6FD63AC4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15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3FE6F1E0-8F11-4D51-AD28-47FC8A3479F0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53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7EAA098E-3855-4D2D-A899-CF7C345C22E8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9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B8CC0C9E-48E9-4E3C-A7EC-AC29BED07299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4F290CAD-96DC-469E-A4E4-09244EF6B201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56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399783C6-6B1A-4833-986E-292475E986FF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85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06BD3170-A224-4FF4-B79D-5CCB1FC97126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1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794D51C3-4CD7-4D6D-A4CA-6ED4283FFA31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7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B445C993-F6B6-4C24-AEC9-5F98A6F6A5DB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47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966F80B2-E630-474F-9DE5-2E876C2266E8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6439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B3B74E11-AFD9-4C8C-839E-7E8A795FBA22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80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D0EE9C68-9DDD-4F31-BC15-61AF33C7F60B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14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B435D9C3-58AB-4D00-B708-A4335A154450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55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0BAB10BF-758B-45F6-9C8D-809B23701276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09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/>
          <a:lstStyle/>
          <a:p>
            <a:fld id="{EC8FCA27-BB48-4879-B462-F13123722541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4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vi-VN"/>
              <a:t>Giới thiệu Đại học Cần Thơ</a:t>
            </a: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1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319B0-FE6C-1A9B-B6D6-F7C9CD587E8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919" y="362641"/>
            <a:ext cx="1395196" cy="13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8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E13D-69C8-9E8E-7537-33795F226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 sz="4400" dirty="0"/>
              <a:t>ĐẠI HỌC CẦN THƠ - QUÁ</a:t>
            </a:r>
            <a:br>
              <a:rPr lang="vi-VN" sz="4400" dirty="0"/>
            </a:br>
            <a:r>
              <a:rPr lang="vi-VN" sz="4400" dirty="0"/>
              <a:t>TRÌNH HÌNH THÀNH VÀ</a:t>
            </a:r>
            <a:br>
              <a:rPr lang="vi-VN" sz="4400" dirty="0"/>
            </a:br>
            <a:r>
              <a:rPr lang="vi-VN" sz="4400" dirty="0"/>
              <a:t>PHÁT TRIỂN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BEB67-006F-E2F8-8343-0A9E90590A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TS. NGUYỄN VĂN 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12EB4-521D-8C97-B095-B7014239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 dirty="0"/>
              <a:t>Giới thiệu Đại học Cần Thơ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47560-858A-3E9E-6C40-734826C5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7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1763A-21C9-8EE0-3596-CAC53D92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B280-97E7-F2BD-CE3E-721D3B01E2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1465606"/>
          </a:xfrm>
        </p:spPr>
        <p:txBody>
          <a:bodyPr/>
          <a:lstStyle/>
          <a:p>
            <a:r>
              <a:rPr lang="vi-VN" b="1" dirty="0">
                <a:latin typeface="+mn-lt"/>
              </a:rPr>
              <a:t>THỜI KỲ VIỆN ĐẠI HỌC CẦN THƠ (1966 - 1975)</a:t>
            </a:r>
          </a:p>
          <a:p>
            <a:r>
              <a:rPr lang="vi-VN" b="1" dirty="0">
                <a:latin typeface="+mn-lt"/>
              </a:rPr>
              <a:t>ĐHCT GIAI ĐOẠN SAU NĂM </a:t>
            </a:r>
            <a:endParaRPr lang="en-US" b="1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3883D-A620-F765-F290-38927BF7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/>
              <a:t>Giới thiệu Đại học Cần Thơ</a:t>
            </a:r>
            <a:endParaRPr lang="en-US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9F4AD-5A58-6270-514C-8CDA63A6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2</a:t>
            </a:fld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27013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DC15-3425-8450-B343-939927E9A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(1966 - 1975)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2E244-FB34-D2B3-BFDF-98AB6F412A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214694"/>
            <a:ext cx="10363826" cy="3424107"/>
          </a:xfrm>
        </p:spPr>
        <p:txBody>
          <a:bodyPr/>
          <a:lstStyle/>
          <a:p>
            <a:r>
              <a:rPr lang="en-US" sz="2800" dirty="0"/>
              <a:t>ĐƯỢC THÀNH LẬP NGÀY 31 THÁNG 03 NĂM 1966</a:t>
            </a:r>
          </a:p>
          <a:p>
            <a:r>
              <a:rPr lang="en-US" sz="2800" dirty="0"/>
              <a:t>VIỆN ĐẠI HỌC CẦN THƠ CÓ BỐN KHOA:</a:t>
            </a:r>
          </a:p>
          <a:p>
            <a:pPr lvl="1"/>
            <a:r>
              <a:rPr lang="en-US" sz="2400" dirty="0"/>
              <a:t>KHOA HỌC</a:t>
            </a:r>
          </a:p>
          <a:p>
            <a:pPr lvl="1"/>
            <a:r>
              <a:rPr lang="en-US" sz="2400" dirty="0"/>
              <a:t>LUẬT KHOA</a:t>
            </a:r>
          </a:p>
          <a:p>
            <a:pPr lvl="1"/>
            <a:r>
              <a:rPr lang="en-US" sz="2400" dirty="0"/>
              <a:t>KHOA HỌC XÃ HỘI, VĂN KHOA, SƯ PHẠM</a:t>
            </a:r>
          </a:p>
          <a:p>
            <a:pPr lvl="1"/>
            <a:r>
              <a:rPr lang="en-US" sz="2400" dirty="0"/>
              <a:t>CAO ĐẲNG NÔNG NGHIỆP VÀ TRUNG TÂM SINH NGỮ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56B06-F85B-D8AD-9CFD-9F66DEFF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/>
              <a:t>Giới thiệu Đại học Cần Thơ</a:t>
            </a:r>
            <a:endParaRPr lang="en-US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31BD-078C-8A45-8902-38D67C2E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400" smtClean="0"/>
              <a:t>3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230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F413-C2FD-2168-143C-990C0D33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THỜI KỲ VIỆN ĐẠI HỌC CẦN THƠ (1966 - 1975)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6C2E9-39CD-23B3-B253-28133C485F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214694"/>
            <a:ext cx="10363826" cy="3424107"/>
          </a:xfrm>
        </p:spPr>
        <p:txBody>
          <a:bodyPr/>
          <a:lstStyle/>
          <a:p>
            <a:r>
              <a:rPr lang="en-US" sz="2800" dirty="0"/>
              <a:t>CƠ SỞ VẬT CHẤT CỦA VIỆN ĐẠI HỌC CẦN THƠ TỌA LẠC TRÊN 4 ĐỊA ĐIỂM </a:t>
            </a:r>
          </a:p>
          <a:p>
            <a:pPr lvl="1"/>
            <a:r>
              <a:rPr lang="en-US" sz="2400" dirty="0"/>
              <a:t>TÒA VIỆN TRƯỞNG (SỐ 5, ĐẠI LỘ HÒA BÌNH)</a:t>
            </a:r>
          </a:p>
          <a:p>
            <a:pPr lvl="1"/>
            <a:r>
              <a:rPr lang="en-US" sz="2400" dirty="0"/>
              <a:t>KHU I (ĐƯỜNG 30/4)</a:t>
            </a:r>
          </a:p>
          <a:p>
            <a:pPr lvl="1"/>
            <a:r>
              <a:rPr lang="en-US" sz="2400" dirty="0"/>
              <a:t>KHU II (ĐƯỜNG 3/2)</a:t>
            </a:r>
          </a:p>
          <a:p>
            <a:pPr lvl="1"/>
            <a:r>
              <a:rPr lang="en-US" sz="2400" dirty="0"/>
              <a:t>KHU III: (SỐ 1, LÝ TỰ TRỌNG)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68A81-5C28-8330-5886-F13757B1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/>
              <a:t>Giới thiệu Đại học Cần Thơ</a:t>
            </a:r>
            <a:endParaRPr lang="en-US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64EF0-80A8-6D7E-601D-AEAADA65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4</a:t>
            </a:fld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786840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03E4-ECCF-5CCD-E048-6A8BA433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EDDE6-E1AD-4A28-5836-E2053D1F02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46079"/>
            <a:ext cx="10363826" cy="3424107"/>
          </a:xfrm>
        </p:spPr>
        <p:txBody>
          <a:bodyPr/>
          <a:lstStyle/>
          <a:p>
            <a:r>
              <a:rPr lang="en-US" sz="2800" dirty="0"/>
              <a:t>VIỆN ĐẠI HỌC CẦN THƠ ĐƯỢC ĐỔI THÀNH ĐHCT</a:t>
            </a:r>
          </a:p>
          <a:p>
            <a:r>
              <a:rPr lang="en-US" sz="2800" dirty="0"/>
              <a:t>CƠ CẤU ĐHCT HIỆN NAY </a:t>
            </a:r>
          </a:p>
          <a:p>
            <a:pPr lvl="1"/>
            <a:r>
              <a:rPr lang="en-US" sz="2400" dirty="0"/>
              <a:t>KHOA - VIỆN</a:t>
            </a:r>
          </a:p>
          <a:p>
            <a:pPr lvl="1"/>
            <a:r>
              <a:rPr lang="en-US" sz="2400" dirty="0"/>
              <a:t>TRUNG TÂM - TRUNG TÂM ĐÀO TẠO</a:t>
            </a:r>
          </a:p>
          <a:p>
            <a:pPr lvl="1"/>
            <a:r>
              <a:rPr lang="en-US" sz="2400" dirty="0"/>
              <a:t>PHÒNG BAN CHỨC NĂNG</a:t>
            </a:r>
          </a:p>
          <a:p>
            <a:pPr lvl="1"/>
            <a:r>
              <a:rPr lang="en-US" sz="2400" dirty="0"/>
              <a:t>ĐOÀN THỂ &amp; HỘI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444D6-2B77-0FCF-D18A-25EF2242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/>
              <a:t>Giới thiệu Đại học Cần Thơ</a:t>
            </a:r>
            <a:endParaRPr lang="en-US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9193C-1384-4597-6378-200130C11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5</a:t>
            </a:fld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00396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CB633-D17C-875C-6EB9-4A5EB677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A7D3-0CA2-69AE-692E-EDDC24217E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214694"/>
            <a:ext cx="10363826" cy="342410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NGÀY 14/1/1998, TRƯỜNG ĐHCT KHÁNH THÀNH KHOA </a:t>
            </a:r>
            <a:r>
              <a:rPr lang="en-US" dirty="0" err="1"/>
              <a:t>KHOA</a:t>
            </a:r>
            <a:r>
              <a:rPr lang="en-US" dirty="0"/>
              <a:t> HỌC</a:t>
            </a:r>
          </a:p>
          <a:p>
            <a:pPr lvl="1"/>
            <a:r>
              <a:rPr lang="en-US" dirty="0"/>
              <a:t>CƠ SỞ VẬT CHẤT</a:t>
            </a:r>
          </a:p>
          <a:p>
            <a:pPr lvl="2"/>
            <a:r>
              <a:rPr lang="en-US" dirty="0"/>
              <a:t>12 PHÒNG THÍ NGHIỆM (PTN) CHO SINH, HÓA, VẬT LÝ</a:t>
            </a:r>
          </a:p>
          <a:p>
            <a:pPr lvl="2"/>
            <a:r>
              <a:rPr lang="en-US" dirty="0"/>
              <a:t>06 PHÒNG MÁY TÍNH ĐƯỢC NỐI MẠNG VỚI NHAU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C9FA2-575F-7736-05AB-5795B0DF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/>
              <a:t>Giới thiệu Đại học Cần Thơ</a:t>
            </a:r>
            <a:endParaRPr lang="en-US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76D7E-4FE7-1B79-50B8-85E4D505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6</a:t>
            </a:fld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583913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54CF-2D45-1CFF-6C5A-8DDEF30E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2FABC-AD78-A9EF-87B8-55C1FD9A6E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1623" y="2214694"/>
            <a:ext cx="10068754" cy="342410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CƠ SỞ VẬT CHẤT</a:t>
            </a:r>
          </a:p>
          <a:p>
            <a:pPr lvl="2"/>
            <a:r>
              <a:rPr lang="en-US" dirty="0"/>
              <a:t>VP KHOA VÀ XƯỞNG SỬA CHỮA</a:t>
            </a:r>
          </a:p>
          <a:p>
            <a:pPr lvl="2"/>
            <a:r>
              <a:rPr lang="en-US" dirty="0"/>
              <a:t>NĂM 2010, TRƯỜNG ĐÃ ĐẦU TƯ MỞ RỘNG KHU PTN CỦA KHOA</a:t>
            </a:r>
          </a:p>
          <a:p>
            <a:pPr lvl="2"/>
            <a:r>
              <a:rPr lang="en-US" dirty="0"/>
              <a:t>XÂY MỚI KHU NHÀ 3 TẦNG VỚI 22 PHÒNG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A5211-F164-E6B7-6E83-5A4E06DF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/>
              <a:t>Giới thiệu Đại học Cần Thơ</a:t>
            </a:r>
            <a:endParaRPr lang="en-US" sz="1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CCBCD-E1AC-6A53-3411-8CBDA02F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56071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0505-945F-75BB-3DFC-16A180A9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F25D-C70F-10F8-700B-EA5D3AB136A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KHOA KHTN HIỆN NAY GỒM 04 BỘ MÔN</a:t>
            </a:r>
          </a:p>
          <a:p>
            <a:pPr lvl="2"/>
            <a:r>
              <a:rPr lang="en-US" dirty="0"/>
              <a:t>BỘ MÔN SINH HỌC</a:t>
            </a:r>
          </a:p>
          <a:p>
            <a:pPr lvl="2"/>
            <a:r>
              <a:rPr lang="en-US" dirty="0"/>
              <a:t>BỘ MÔN HÓA HỌC</a:t>
            </a:r>
          </a:p>
          <a:p>
            <a:pPr lvl="2"/>
            <a:r>
              <a:rPr lang="en-US" dirty="0"/>
              <a:t>BỘ MÔN TOÁN HỌC</a:t>
            </a:r>
          </a:p>
          <a:p>
            <a:pPr lvl="2"/>
            <a:r>
              <a:rPr lang="en-US" dirty="0"/>
              <a:t>BỘ MÔN VẬT LÝ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9299B-A1F0-F8A8-007B-AB1B1851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 dirty="0"/>
              <a:t>Giới thiệu Đại học Cần Thơ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C0FE7-F1C2-3F73-7DB5-C14966DC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8</a:t>
            </a:fld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32889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BEBA-04BA-979D-3C65-261A2E6D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97606-5ED0-2AE0-B275-F36BF55A73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CÔNG TÁC ĐÀO TẠO</a:t>
            </a:r>
          </a:p>
          <a:p>
            <a:pPr lvl="2"/>
            <a:r>
              <a:rPr lang="en-US" dirty="0"/>
              <a:t>ĐẠI HỌC: .....</a:t>
            </a:r>
          </a:p>
          <a:p>
            <a:pPr lvl="2"/>
            <a:r>
              <a:rPr lang="en-US" dirty="0"/>
              <a:t>SĐH: .....</a:t>
            </a:r>
          </a:p>
          <a:p>
            <a:pPr lvl="1"/>
            <a:r>
              <a:rPr lang="en-US" dirty="0"/>
              <a:t>CÔNG TÁC NCKH, BÁO CÁO CHUYÊN ĐỀ: ....</a:t>
            </a:r>
          </a:p>
          <a:p>
            <a:pPr lvl="1"/>
            <a:r>
              <a:rPr lang="en-US" dirty="0"/>
              <a:t>CÔNG ĐOÀN TẠO VÀ BỒI DƯỠNG CÁN BỘ: ....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7B5CC-C526-79DC-B0CA-EDECC01B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 dirty="0"/>
              <a:t>Giới thiệu Đại học Cần Thơ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F05EF-BB77-976D-B6FB-C1448664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29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6BF5-7400-A531-CD4F-1AE77FBA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B040-645B-9BA3-8A0D-EF31D358F3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1138796" cy="342410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KHOA CNTT &amp; TT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ĐƯỢC THÀNH LẬP NĂM 1994 TRÊN CƠ SỞ TRUNG TÂM ĐIỆN TỬ VÀ TIN HỌC</a:t>
            </a:r>
          </a:p>
          <a:p>
            <a:pPr lvl="1"/>
            <a:r>
              <a:rPr lang="en-US" dirty="0"/>
              <a:t>NHIỆM VỤ CỦA KHOA LÀ ĐÀO TẠO</a:t>
            </a:r>
          </a:p>
          <a:p>
            <a:pPr lvl="2"/>
            <a:r>
              <a:rPr lang="en-US" dirty="0"/>
              <a:t>ĐẠI HỌC VÀ SAU ĐẠI HỌC </a:t>
            </a:r>
          </a:p>
          <a:p>
            <a:pPr lvl="2"/>
            <a:r>
              <a:rPr lang="en-US" dirty="0"/>
              <a:t>NCKH VÀ CHUYỂN GIAO CÔNG NGHỆ TRONG LĨNH VỰC CNTT&amp;TT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9B9A6-B73A-CE4E-6778-123D0B15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 dirty="0"/>
              <a:t>Giới thiệu Đại học Cần Thơ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D408B-26F0-FFEF-7830-468AE51F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7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0DEE-F0F6-3FE9-0504-943F2AD0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4435E-2979-CDFD-BA9E-ADA39BA3EA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2014C2"/>
                </a:solidFill>
              </a:rPr>
              <a:t>KHOA CNTT &amp; TT</a:t>
            </a:r>
          </a:p>
          <a:p>
            <a:pPr lvl="1"/>
            <a:r>
              <a:rPr lang="en-US" dirty="0"/>
              <a:t>TẦM NHÌN ĐẾN NĂM 2020</a:t>
            </a:r>
          </a:p>
          <a:p>
            <a:pPr lvl="2"/>
            <a:r>
              <a:rPr lang="en-US" dirty="0"/>
              <a:t>ĐƠN VỊ ĐÀO TẠO VÀ</a:t>
            </a:r>
          </a:p>
          <a:p>
            <a:pPr lvl="2"/>
            <a:r>
              <a:rPr lang="en-US" dirty="0"/>
              <a:t>NGHIÊN CỨU KHOA HỌC VỀ CNTT&amp;TT MẠNH CỦA CẢ NƯỚC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B3CE9-A33A-E3C6-50F0-9871529D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 dirty="0"/>
              <a:t>Giới thiệu Đại học Cần Thơ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1B4B5-72A9-5EDC-D51B-2B71E402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75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50159-103B-928B-7B57-B2CD7BE5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5DF9-69F6-8DCF-1D03-049DEDA8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8148-B1F1-C23F-E221-11996D9D2D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2014C2"/>
                </a:solidFill>
              </a:rPr>
              <a:t>KHOA CNTT &amp; TT</a:t>
            </a:r>
          </a:p>
          <a:p>
            <a:pPr lvl="1"/>
            <a:r>
              <a:rPr lang="en-US" dirty="0"/>
              <a:t>CÁC BỘ MÔN VÀ TRUNG TÂM</a:t>
            </a:r>
          </a:p>
          <a:p>
            <a:pPr lvl="2"/>
            <a:r>
              <a:rPr lang="en-US" dirty="0"/>
              <a:t>BỘ MÔN HỆ THỐNG THÔNG TIN</a:t>
            </a:r>
          </a:p>
          <a:p>
            <a:pPr lvl="2"/>
            <a:r>
              <a:rPr lang="en-US" dirty="0"/>
              <a:t>BỘ MÔN MẠNG MÁY TÍNH &amp; TRUYỀN THÔNG</a:t>
            </a:r>
          </a:p>
          <a:p>
            <a:pPr lvl="2"/>
            <a:r>
              <a:rPr lang="en-US" dirty="0"/>
              <a:t>BỘ MÔN CÔNG NGHỆ PHẦN MỀM</a:t>
            </a:r>
          </a:p>
          <a:p>
            <a:pPr lvl="2"/>
            <a:r>
              <a:rPr lang="en-US" dirty="0"/>
              <a:t> BỘ MÔN KHOA HỌC MÁY TÍNH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3A041-2068-0010-16A6-1F7752DB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 dirty="0"/>
              <a:t>Giới thiệu Đại học Cần Thơ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5E29F-DF94-E2B7-F350-0A691999F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12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77760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8FD5A-6FFB-E243-8261-FF3B095D5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2C22-75AC-0C99-0D5E-75978F93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AE652-EED1-CF8F-DE64-592E7DFBE1D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2014C2"/>
                </a:solidFill>
              </a:rPr>
              <a:t>KHOA CNTT &amp; TT</a:t>
            </a:r>
          </a:p>
          <a:p>
            <a:pPr lvl="1"/>
            <a:r>
              <a:rPr lang="en-US" dirty="0"/>
              <a:t>CÁC BỘ MÔN VÀ TRUNG TÂM</a:t>
            </a:r>
          </a:p>
          <a:p>
            <a:pPr lvl="2"/>
            <a:r>
              <a:rPr lang="en-US" dirty="0"/>
              <a:t>BỘ MÔN CÔNG NGHỆ THÔNG TIN</a:t>
            </a:r>
          </a:p>
          <a:p>
            <a:pPr lvl="2"/>
            <a:r>
              <a:rPr lang="en-US" dirty="0"/>
              <a:t>BỘ MÔN TIN HỌC ỨNG DỤNG</a:t>
            </a:r>
          </a:p>
          <a:p>
            <a:pPr lvl="2"/>
            <a:r>
              <a:rPr lang="en-US" dirty="0"/>
              <a:t>TỔ VĂN PHÒNG</a:t>
            </a:r>
          </a:p>
          <a:p>
            <a:pPr lvl="2"/>
            <a:r>
              <a:rPr lang="en-US" dirty="0"/>
              <a:t> TRUNG TÂM ĐIỆN TỬ &amp; TIN 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EAF909-ACC5-E776-DF81-748C850C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1800" dirty="0"/>
              <a:t>Giới thiệu Đại học Cần Thơ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F0D5A-B1F3-F0AA-27E4-D79E9AFC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z="2800" smtClean="0"/>
              <a:t>13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471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FB7D5-DDC0-371F-BF85-BEE6970A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507" y="2495956"/>
            <a:ext cx="10364451" cy="1596177"/>
          </a:xfrm>
        </p:spPr>
        <p:txBody>
          <a:bodyPr/>
          <a:lstStyle/>
          <a:p>
            <a:r>
              <a:rPr lang="vi-VN" dirty="0"/>
              <a:t>CẢM ƠN SỰ CHÚ Ý CỦA QUÝ VỊ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1E9D8-BCE2-74EA-5C50-A705CC43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800AE-C066-FC56-4D20-847B2C6EF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C8C14-4A05-49D7-B55B-D7B9979D80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6014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48</TotalTime>
  <Words>630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Times New Roman</vt:lpstr>
      <vt:lpstr>Tw Cen MT</vt:lpstr>
      <vt:lpstr>Wingdings</vt:lpstr>
      <vt:lpstr>Droplet</vt:lpstr>
      <vt:lpstr>ĐẠI HỌC CẦN THƠ - QUÁ TRÌNH HÌNH THÀNH VÀ PHÁT TRIỂN</vt:lpstr>
      <vt:lpstr>NỘI DUNG</vt:lpstr>
      <vt:lpstr>THỜI KỲ VIỆN ĐẠI HỌC CẦN THƠ (1966 - 1975)</vt:lpstr>
      <vt:lpstr>THỜI KỲ VIỆN ĐẠI HỌC CẦN THƠ (1966 - 1975)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 Thanh Binh - B2611249</dc:creator>
  <cp:lastModifiedBy>Ly Thanh Binh - B2611249</cp:lastModifiedBy>
  <cp:revision>2</cp:revision>
  <dcterms:created xsi:type="dcterms:W3CDTF">2026-10-08T11:36:05Z</dcterms:created>
  <dcterms:modified xsi:type="dcterms:W3CDTF">2026-10-08T12:24:29Z</dcterms:modified>
</cp:coreProperties>
</file>